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美伊戰爭對美國能源股與國防股的影響分析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Impact of the US–Iran War on U.S. Energy &amp; Defense Stocks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DC3E6"/>
                </a:solidFill>
              </a:rPr>
              <a:t>生成式人工智慧導論  ·  Final Term Project  · 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研究方法：多智能體架構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Multi-Agent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2926080"/>
            <a:ext cx="2743200" cy="137160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🤖 Claude Code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Orchestrator / 任務規劃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4297680"/>
            <a:ext cx="54864" cy="64008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5160" y="4297680"/>
            <a:ext cx="54864" cy="64008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2651760" cy="1463040"/>
          </a:xfrm>
          <a:prstGeom prst="rect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Agent A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數據抓取 &amp; 圖表生成
(yfinance + matplotlib)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937760"/>
            <a:ext cx="2651760" cy="1463040"/>
          </a:xfrm>
          <a:prstGeom prst="rect">
            <a:avLst/>
          </a:prstGeom>
          <a:solidFill>
            <a:srgbClr val="107C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Agent B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報告撰寫 &amp; 洞察分析
(GPT-4o)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237744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3564"/>
                </a:solidFill>
              </a:rPr>
              <a:t>資料來源</a:t>
            </a:r>
          </a:p>
          <a:p>
            <a:pPr algn="ctr"/>
            <a:r>
              <a:rPr sz="1100">
                <a:solidFill>
                  <a:srgbClr val="1F3564"/>
                </a:solidFill>
              </a:rPr>
              <a:t>Yahoo Finance
CL=F · XOM · CVX · COP
LMT · RTX · NOC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3291840"/>
            <a:ext cx="237744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3564"/>
                </a:solidFill>
              </a:rPr>
              <a:t>輸出成果</a:t>
            </a:r>
          </a:p>
          <a:p>
            <a:pPr algn="ctr"/>
            <a:r>
              <a:rPr sz="1100">
                <a:solidFill>
                  <a:srgbClr val="1F3564"/>
                </a:solidFill>
              </a:rPr>
              <a:t>raw_stocks.csv
analysis_results.csv
final_report.md · .pptx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931920"/>
            <a:ext cx="1965960" cy="5486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3931920"/>
            <a:ext cx="1965960" cy="5486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事件背景：美伊戰爭時間軸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US–Iran War Timeline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39312"/>
            <a:ext cx="1069848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3547872"/>
            <a:ext cx="219456" cy="219456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2026-01-01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8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4B5"/>
                </a:solidFill>
              </a:rPr>
              <a:t>觀察期開始
Baseline Period Starts</a:t>
            </a:r>
          </a:p>
        </p:txBody>
      </p:sp>
      <p:sp>
        <p:nvSpPr>
          <p:cNvPr id="9" name="Oval 8"/>
          <p:cNvSpPr/>
          <p:nvPr/>
        </p:nvSpPr>
        <p:spPr>
          <a:xfrm>
            <a:off x="3296412" y="3547872"/>
            <a:ext cx="219456" cy="219456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462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2026-02-28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174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</a:rPr>
              <a:t>戰爭爆發
War Outbreak</a:t>
            </a:r>
          </a:p>
        </p:txBody>
      </p:sp>
      <p:sp>
        <p:nvSpPr>
          <p:cNvPr id="12" name="Oval 11"/>
          <p:cNvSpPr/>
          <p:nvPr/>
        </p:nvSpPr>
        <p:spPr>
          <a:xfrm>
            <a:off x="5971032" y="3547872"/>
            <a:ext cx="219456" cy="219456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2026-04-08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D7D31"/>
                </a:solidFill>
              </a:rPr>
              <a:t>停火協議
Ceasefire Agreement</a:t>
            </a:r>
          </a:p>
        </p:txBody>
      </p:sp>
      <p:sp>
        <p:nvSpPr>
          <p:cNvPr id="15" name="Oval 14"/>
          <p:cNvSpPr/>
          <p:nvPr/>
        </p:nvSpPr>
        <p:spPr>
          <a:xfrm>
            <a:off x="8645652" y="3547872"/>
            <a:ext cx="219456" cy="219456"/>
          </a:xfrm>
          <a:prstGeom prst="ellipse">
            <a:avLst/>
          </a:prstGeom>
          <a:solidFill>
            <a:srgbClr val="3786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386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2026-05-05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098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30"/>
                </a:solidFill>
              </a:rPr>
              <a:t>軍事行動結束
Operation Ended</a:t>
            </a:r>
          </a:p>
        </p:txBody>
      </p:sp>
      <p:sp>
        <p:nvSpPr>
          <p:cNvPr id="18" name="Oval 17"/>
          <p:cNvSpPr/>
          <p:nvPr/>
        </p:nvSpPr>
        <p:spPr>
          <a:xfrm>
            <a:off x="11320272" y="3547872"/>
            <a:ext cx="219456" cy="219456"/>
          </a:xfrm>
          <a:prstGeom prst="ellipse">
            <a:avLst/>
          </a:prstGeom>
          <a:solidFill>
            <a:srgbClr val="7070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2971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2026-06-03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資料截止
Data End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1920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74B5"/>
                </a:solidFill>
              </a:rPr>
              <a:t>戰前期 (Before War)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6170" y="1920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00000"/>
                </a:solidFill>
              </a:rPr>
              <a:t>戰爭爆發期 (War Outbreak)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8100" y="1920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78630"/>
                </a:solidFill>
              </a:rPr>
              <a:t>停火後 (After Ceasefire)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能源股走勢分析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Energy Stocks with Crude Oil Futures (CL=F)</a:t>
            </a:r>
          </a:p>
        </p:txBody>
      </p:sp>
      <p:pic>
        <p:nvPicPr>
          <p:cNvPr id="5" name="Picture 4" descr="energy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國防股走勢分析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Defense Stocks with Crude Oil Futures (CL=F)</a:t>
            </a:r>
          </a:p>
        </p:txBody>
      </p:sp>
      <p:pic>
        <p:nvPicPr>
          <p:cNvPr id="5" name="Picture 4" descr="defense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各階段漲跌幅彙整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Percentage Change by Period (%)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332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股票代碼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戰前期
Before War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戰爭爆發期
War Outbreak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停火後
After Ceasefire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CL=F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+16.92%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+42.33%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+0.25%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COP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+18.25%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+11.64%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-5.97%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CVX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+20.97%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+9.12%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-1.88%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LMT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+32.39%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-10.69%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-17.77%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NOC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+24.08%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-11.17%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-21.60%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RTX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-9.08%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-14.00%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</a:rPr>
                        <a:t>XOM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+25.17%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78630"/>
                          </a:solidFill>
                        </a:rPr>
                        <a:t>+10.01%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0000"/>
                          </a:solidFill>
                        </a:rPr>
                        <a:t>-3.61%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關鍵結論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Key Insights &amp; Investment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01168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</a:rPr>
              <a:t>⚡ 能源股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戰前市場已提前反應供應中斷預期，戰爭爆發後原油飆升帶動 XOM/CVX/COP 續漲，停火後回落。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97480"/>
            <a:ext cx="201168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</a:rPr>
              <a:t>🛡 國防股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出乎預料地在戰爭爆發後下跌，市場在戰前已過度反應，短期衝突未能推升國防預算預期。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77640"/>
            <a:ext cx="201168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🛢 原油期貨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7083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戰爭爆發期大漲 42%，是所有資產中反應最劇烈的，顯示地緣政治溢價的即時性。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257800"/>
            <a:ext cx="201168" cy="822960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30"/>
                </a:solidFill>
              </a:rPr>
              <a:t>💡 投資啟示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6509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面對地緣政治風險，能源股與原油高度連動可作為避險；國防股需審視戰爭規模與持續性預期。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307</Words>
  <Application>Microsoft Macintosh PowerPoint</Application>
  <PresentationFormat>自訂</PresentationFormat>
  <Paragraphs>78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朱賢孝</cp:lastModifiedBy>
  <cp:revision>1</cp:revision>
  <dcterms:created xsi:type="dcterms:W3CDTF">2013-01-27T09:14:16Z</dcterms:created>
  <dcterms:modified xsi:type="dcterms:W3CDTF">2026-06-03T03:52:22Z</dcterms:modified>
  <cp:category/>
</cp:coreProperties>
</file>